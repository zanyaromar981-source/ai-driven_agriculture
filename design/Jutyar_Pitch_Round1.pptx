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judges arrive. Phone in hand, app open. Say your ID when asked.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0:10. Kurdistan has tens of thousands of farmers, but access to extension advice is limited. Jutyar puts an adviser in every farmer's pocket. Let me show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to 1:05. USE THE APP NOW. This is running now, on a real server. I sign in with my phone number and an SMS code. This is my farm. I walked its corners and marked my crops. The app cuts it into 10 metre squares, the size of one satellite pixel. Here is my 10-day plan from the live forecast. I asked a question with a photo, and this is the answer, in Sorani.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to 1:12. Everything you just saw was built in two days.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to 1:30. What is new? We found no farm AI in Kurdish. Jutyar maps the field in satellite-sized squares, answers in Sorani in one message, and puts the farmer and the Ministry on the same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to 2:00. AI is the translator. The satellite, the forecast and the field's history are only numbers. An AI model turns them, with the farmer's photo, into advice in Sorani, and it says when it is unsure. Every night another AI agent writes the daily brief for the region. And we built all of this with AI: Claude, Codex and Pencil.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to 2:12. And this is Alwa, the marketplace. My tomatoes are on sale, and other farmers see them on their phones.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2:12 to 2:22. Who pays? The people who use it: farmers and buyers pay to use the app.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2:22 to 2:40. The data is free, the server is live, and one AI answer costs half a cent. Jutyar: from one farm to a smarter Kurdistan.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itle: AI-Driven Agriculture, Jutyar" descr="Title: AI-Driven Agriculture, Jutya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roblem: thousands of farmers, too little advice" descr="Problem: thousands of farmers, too little advic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mo slide: logo only, no text" descr="Demo slide: logo only, no text"/>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uilt in two days: five app screens" descr="Built in two days: five app screen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ew for Kurdistan" descr="New for Kurdist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I is the translator" descr="AI is the translato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lwa, the marketplace" descr="Alwa, the marketplac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ho pays: farmers and buyers" descr="Who pays: farmers and buyer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From one farm to a smarter Kurdistan" descr="From one farm to a smarter Kurdist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Jutyar: AI-Driven Agriculture, Round 1 pitch</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