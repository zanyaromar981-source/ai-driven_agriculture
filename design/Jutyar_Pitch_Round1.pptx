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judges arrive. Phone in hand, app open. Say your ID when asked.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0:10. Kurdistan has tens of thousands of farmers, but access to extension advice is limited. Jutyar puts an adviser in every farmer's pocket.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 to 1:05. DEMO ON THE PHONE. This is running now, on a real server. I sign in with my phone number and an SMS code. This is my farm. I walked its corners and marked my crops. The app cuts it into 10 metre squares, the size of one satellite pixel. Here is my 10-day plan from the live forecast. I asked a question with a photo, and this is the answer, in Sorani.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to 1:25. What is new? We found no farm AI in Kurdish. Jutyar maps the field in satellite-sized squares, answers in Sorani in one message, and puts the farmer and the Ministry on the same 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to 1:55. AI is the translator. The satellite, the forecast and the field's history are only numbers. An AI model turns them, with the farmer's photo, into advice in Sorani, and it says when it is unsure. Every night another AI agent writes the daily brief for the region.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2:10. And this is Alwa,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2:10 to 2:35. Is it realistic? The data is free, the server is live with about 2,000 tests, and one AI answer costs half a cent. The Ministry gets its own website. App, server and website, built in two days. Jutyar: from one farm to a smarter Kurdistan.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itle: AI-Driven Agriculture, Jutyar" descr="Title: AI-Driven Agriculture, Jutya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thousands of farmers, too little advice" descr="Problem: thousands of farmers, too little advi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ew for Kurdistan" descr="New fo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descr="AI is the translato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lwa, the marketplace" descr="Alwa,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From one farm to a smarter Kurdistan" descr="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