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while the judges arrive. Nobody speaks over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0:20. Kurdistan has about 50,000 wheat farmers and about 215 agricultural advisers. Last drought winter, Slemani got 57 percent of its normal rain, and most farmers found out from their own fields. Jutyar puts an adviser in every farmer's pocket.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to 1:20. DEMO ON THE PHONE. This is running now, on a real server. I sign in with my phone number and an SMS code. This is my farm. I walked its corners and marked my crops. Every square is 10 metres, checked from space. I asked a question with a photo, and this is the answer, in Sorani. And this is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1:55. AI is the translator. The satellite, the forecast and the field's history are only numbers. An AI model turns them, with the farmer's photo, into advice in Sorani, and it says when it is unsure. Every night another AI agent writes a brief on all 33 districts.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to 2:35. LAST SLIDE OF THE PITCH. Is it realistic? The data is free. The server is live, with about 2,000 tests. One AI answer costs half a cent. The Ministry gets its own website, with the farms, the alerts and the region on one map. We start with wheat farmers in Slemani. App, server and website, built in two days. This is Jutyar. Thank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 website: the Control Room and the region dashboard. These pictures are designs with sample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Alwa, the Marketplace: see what is on sale, call the seller, put yours on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vision picture, if a judge asks where this goes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Driven Agriculture: Jutyar title slide with the sun logo" descr="AI-Driven Agriculture: Jutyar title slide with the sun logo"/>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 50,000 farmers, 215 advisers. Help comes too late." descr="Problem: 50,000 farmers, 215 advisers. Help comes too lat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in two days: five app screens" descr="Built in two days: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the Sorani answer with five parts" descr="AI is the translator: the Sorani answer with five par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y to grow: free data, live server, half a cent per answer, the Ministry as partner" descr="Ready to grow: free data, live server, half a cent per answer, the Ministry as partne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the website that connects farmers and government" descr="Backup: the website that connects farmers and governmen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the Marketplace" descr="Backup: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from one farm to a smarter Kurdistan" descr="Backup: from one farm to a smarte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1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