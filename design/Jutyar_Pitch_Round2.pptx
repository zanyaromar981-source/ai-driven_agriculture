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 to 0:10. We are AI-Driven Agriculture, and this is Jutyar.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0:10 to 0:45. PUBLIC VALUE. Kurdistan has about 50,000 wheat farmers and about 215 advisers: one for every 230 farmers. In the 2025 drought the region lost about 800,000 tonnes of wheat. That winter Slemani got 57 percent of its normal rain, and most farmers learned it from their own fields. Jutyar gives every farmer advice for his own field, every week, in his own language, and gives the Ministry the same picture for the whole region.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0:45 to 1:30. DEMO ON THE PHONE. This is running now, on a real server. I sign in with my phone number and an SMS code. This is my farm. I walked its corners and marked my crops. Every square is 10 metres, checked from space. I asked a question with a photo, and this is the answer, in Sorani. And this is Alwa, the marketplace: my tomatoes are on sale, and other farmers see them on their phones.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1:30 to 2:05. INNOVATION. What is new? Our research found no farm AI in Kurdish anywhere. Jutyar checks every 10 metre square of a field from space and answers in Sorani, in one message of five parts, including what it cannot tell. And the farmer and the Ministry work on the same data.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2:05 to 2:35. AI is the translator. The satellite, the forecast and the field's history are only numbers. An AI model turns them, with the farmer's photo, into advice in Sorani, and it says when it is unsure. Every night another AI agent writes a brief on all 33 districts. And we built all of this with AI: Claude, Codex and Pencil.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2:35 to 3:05. SCALABILITY AND ADOPTION. Can it grow? It already covers all 33 districts in four governorates, because the satellite and weather data are free everywhere. A government office adopts it through this website: the farms, the alerts, the reports and the region on one map.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3:05 to 3:25. And farmers have a reason to open it every day: Alwa, the marketplace, where they sell directly to buyers.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3:25 to 4:05. BUSINESS MODEL. Who pays? Not the farmer. Jutyar is free for farmers. Our plan is a yearly licence for the Ministry's website. Running costs are small: the data is free and one AI answer costs half a cent. What we need now is one pilot district with an extension office.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4:05 to 4:40. TRUST. Is it safe? We keep very little: a phone number, no name, no password. A farmer can delete his account and his farms from Settings. Staff see only what their role allows. And the advice is careful: it never gives a chemical dose, it says when it is unsure, and it sends the farmer to an officer.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4:40 to 4:50. Built in two days, running today. Jutyar: from one farm to a smarter Kurdistan.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itle: AI-Driven Agriculture, Jutyar" descr="Title: AI-Driven Agriculture, Jutyar"/>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ublic value: 50,000 farmers, 215 advisers" descr="Public value: 50,000 farmers, 215 advisers"/>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uilt and working: five app screens" descr="Built and working: five app screens"/>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Innovation: new for Kurdistan" descr="Innovation: new for Kurdistan"/>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AI is the translator" descr="AI is the translator"/>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calability: the website" descr="Scalability: the website"/>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calability: Alwa, the marketplace" descr="Scalability: Alwa, the marketplace"/>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usiness model: who pays" descr="Business model: who pays"/>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rust: safe by design" descr="Trust: safe by design"/>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Close: from one farm to a smarter Kurdistan" descr="Close: from one farm to a smarter Kurdistan"/>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Jutyar: AI-Driven Agriculture, Round 2 final pitch</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